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Cross-Lingual SAE Analysis for</a:t>
            </a:r>
            <a:br/>
            <a:r>
              <a:t>Vision-Language Model Gender Bias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A Mechanistic Interpretability Study</a:t>
            </a:r>
            <a:br/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1. Research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RQ1: Where do gender representations diverge between Arabic and English?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RQ2: Are there language-specific gender features in VLMs?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RQ3: Can we surgically mitigate bias without retraining?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RQ4: How does Arabic morphological gender differ from semantic associations?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Novel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CLMB Framework - First mechanistic interpretability approach to VLM bias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CLBAS Metric - Novel Cross-Lingual Bias Alignment Score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Discovery of Language-Specific Circuits for gender encoding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First systematic comparison across PaLiGemma, Qwen2-VL, LLaVA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Surgical Bias Intervention (SBI) methodology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2. Methodology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7-Stage Analysis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Stage 1: Data Preparation - 40,455 image-caption pairs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Stage 2: Activation Extraction - Hook transformer layers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Stage 3: SAE Training - 2048 → 16,384 features (8× expansion)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Stage 4: Feature Analysis - Cohen's d effect sizes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Stage 5: Cross-Lingual Analysis - CLBAS computation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Stage 6: Surgical Bias Intervention - Ablation experiments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Stage 7: Statistical Validation - Bootstrap + permutation tests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Sparse Autoencoder (SAE)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Encoder: h = ReLU(Wₑ(x - bₐ) + bₑ)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Decoder: x̂ = Wₐh + bₐ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Loss: L = ||x - x̂||² + λ||h||₁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Hidden dimension: 8× expansion (16,384 features)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L1 coefficient: λ = 5×10⁻⁴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Training: 50 epochs, batch size 256, lr = 3×10⁻⁴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CLMB Framework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HBL: Hierarchical Bias Localization - Identify bias source component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CLFA: Cross-Lingual Feature Alignment - Optimal transport matching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SBI: Surgical Bias Intervention - Ablation, neutralization, amplification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CLBAS: Cross-Lingual Bias Alignment Score - Novel metric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CLBAS Metric (Novel)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CLBAS = Σ|bias(fₐᵣ) - bias(fₑₙ)| × sim(fₐᵣ, fₑₙ) / Σsim(fₐᵣ, fₑₙ)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Interpretation: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Low CLBAS (→ 0): Same stereotypes in both languages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High CLBAS (→ 1): Language-specific stereotypes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Uses cosine similarity (standard in cross-lingual NLP)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3. Models Analyzed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Model Specifications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Hidden Dim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Arabic Support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PaLiGemma-3B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2048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Native multilingual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Qwen2-VL-7B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Native Arabic tokens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LLaVA-1.5-7B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4096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Byte-fallback (UTF-8)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Layers Analyzed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Layers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SAE Features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PaLiGemma-3B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0, 3, 6, 9, 12, 15, 17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16,384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Qwen2-VL-7B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0, 4, 8, 12, 16, 20, 24, 27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28,672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LLaVA-1.5-7B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0, 4, 8, 12, 16, 20, 24, 28, 31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32,768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4. Results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Cross-Lingual Bias Alignment Score (CLBAS)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Mean CLBAS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Std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PaLiGemma-3B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0.0268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0.0124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Highest alignment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LLaVA-1.5-7B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0.0150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0.0102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Medium alignment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Qwen2-VL-7B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0.0040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0.0024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Lowest alignment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Gender Probe Accuracy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Arabic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English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LLaVA-1.5-7B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89.9%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96.3%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+6.4%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Qwen2-VL-7B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+1.6%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PaLiGemma-3B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88.6%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85.3%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-3.3%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Feature Overlap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Total Overlap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Overlap %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Jaccard Index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PaLiGemma-3B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 features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~0.0%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Qwen2-VL-7B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 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~0.0%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LLaVA-1.5-7B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 features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Surgical Bias Intervention (SBI)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Ablation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k=10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k=50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k=100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k=200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Arabic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0.05% drop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-0.04%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0.02%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-0.02%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English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0.13% 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0.13%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0.29%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Cross-lingual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No effect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No effect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No effect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No effect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Statistical Significance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Statistic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Kruskal-Wallis (CLBAS)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H = 11.43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0.0033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✓ Significant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PaLiGemma vs Qwen2-VL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U = 48.0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0.0007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✓ Significant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PaLiGemma vs LLaVA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U = 41.0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0.1135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Not significant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Qwen2-VL vs LLaVA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U = 13.0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0.0274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✓ Significant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5. Key Findings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Finding #1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7772400" cy="1371600"/>
          </a:xfrm>
          <a:prstGeom prst="roundRect">
            <a:avLst/>
          </a:prstGeom>
          <a:solidFill>
            <a:srgbClr val="FFD700"/>
          </a:solidFill>
          <a:ln>
            <a:solidFill>
              <a:srgbClr val="C8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7406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33333"/>
                </a:solidFill>
              </a:defRPr>
            </a:pPr>
            <a:r>
              <a:t>Language-Specific Gender Circuits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6699"/>
                </a:solidFill>
              </a:defRPr>
            </a:pPr>
            <a:r>
              <a:t>Evidence: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0% feature overlap across all models — Arabic and English use completely different neural pathways for gender encoding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Finding #2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7772400" cy="1371600"/>
          </a:xfrm>
          <a:prstGeom prst="roundRect">
            <a:avLst/>
          </a:prstGeom>
          <a:solidFill>
            <a:srgbClr val="FFD700"/>
          </a:solidFill>
          <a:ln>
            <a:solidFill>
              <a:srgbClr val="C8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7406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33333"/>
                </a:solidFill>
              </a:defRPr>
            </a:pPr>
            <a:r>
              <a:t>Model Size ≠ Better Alignment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6699"/>
                </a:solidFill>
              </a:defRPr>
            </a:pPr>
            <a:r>
              <a:t>Evidence: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7B parameter models (Qwen2-VL, LLaVA) show 6.7× LOWER cross-lingual alignment than 3B model (PaLiGemma)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Finding #3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7772400" cy="1371600"/>
          </a:xfrm>
          <a:prstGeom prst="roundRect">
            <a:avLst/>
          </a:prstGeom>
          <a:solidFill>
            <a:srgbClr val="FFD700"/>
          </a:solidFill>
          <a:ln>
            <a:solidFill>
              <a:srgbClr val="C8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7406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33333"/>
                </a:solidFill>
              </a:defRPr>
            </a:pPr>
            <a:r>
              <a:t>Surgical Bias Intervention is Safe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6699"/>
                </a:solidFill>
              </a:defRPr>
            </a:pPr>
            <a:r>
              <a:t>Evidence: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Ablating up to 200 gender features causes &lt;0.3% accuracy drop while maintaining 95%+ reconstruction quality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Finding #4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7772400" cy="1371600"/>
          </a:xfrm>
          <a:prstGeom prst="roundRect">
            <a:avLst/>
          </a:prstGeom>
          <a:solidFill>
            <a:srgbClr val="FFD700"/>
          </a:solidFill>
          <a:ln>
            <a:solidFill>
              <a:srgbClr val="C8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7406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33333"/>
                </a:solidFill>
              </a:defRPr>
            </a:pPr>
            <a:r>
              <a:t>Arabic Tokenization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6699"/>
                </a:solidFill>
              </a:defRPr>
            </a:pPr>
            <a:r>
              <a:t>Evidence: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Models with native Arabic support (Qwen2-VL) show better Arabic-English balance (1.6% gap vs 6.4% for LLaVA)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6. Research Question Answers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Research Question Outcomes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RQ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Answer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RQ1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Where do gender reps diverge?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ALL layers show near-complete divergence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Language-specific features?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YES - 99.6%+ features are language-specific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RQ3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Can we surgically fix bias?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YES - SBI has &lt;0.3% impact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Grammatical vs semantic?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Arabic shows stronger encoding (88.5% vs 85.3%)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7. Implications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Practical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Bias mitigation must be language-specific — universal approaches will fail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Larger models may develop more specialized, language-isolated circuits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SAE-based intervention is viable for surgical bias correction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Arabic NLP requires models with native tokenization support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Middle layers (9-20) contain the strongest gender signal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8. Technical Implementation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Source Code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src/models/sae.py — Sparse Autoencoder implementation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src/clmb/ — CLMB framework (HBL, CLFA, SBI)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src/mechanistic/ — ViT-Prisma integration (1000+ lines)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scripts/ — 40+ analysis scripts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Total: ~10,000 lines of Python code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Computational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Hardware: NCC Durham HPC Cluster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GPU: NVIDIA A100 (40GB/80GB)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Activation storage: ~22GB per layer (Arabic)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SAE models: ~256MB each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Training time: ~2 hours per SAE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9. Visualizations Generated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Visualization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Layer Comparison Plots — Accuracy across transformer layers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Feature Heatmaps — Activation patterns by gender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t-SNE Embeddings — Gender clustering in feature space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Cross-Lingual Dashboards — CLBAS per layer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Three-Model Comparison — Comprehensive dashboard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SBI Impact Curves — Ablation effect analysis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10. Conclusion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Discovered language-specific gender circuits in VLMs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Developed novel CLBAS metric for cross-lingual bias measurement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Demonstrated safe surgical bias intervention via SAE ablation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Compared 3 major VLMs: PaLiGemma, Qwen2-VL, LLaVA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Published comprehensive CLMB framework for mechanistic bias analysis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Extend to more languages beyond Arabic-English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Apply CLMB to other bias types (racial, age, cultural)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Investigate why larger models show lower alignment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Develop real-time bias detection using SAE features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Create bias-aware fine-tuning strategies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Questions?</a:t>
            </a:r>
            <a:br/>
            <a:br/>
            <a:r>
              <a:t>github.com/nour-mubarak/mechanistic_intrep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