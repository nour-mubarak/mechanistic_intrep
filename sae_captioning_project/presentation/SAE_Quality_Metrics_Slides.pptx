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SAE Quality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C8C8"/>
                </a:solidFill>
              </a:defRPr>
            </a:pPr>
            <a:r>
              <a:t>Publication-Ready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SAE Quality Metrics: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E1E1E"/>
                </a:solidFill>
              </a:defRPr>
            </a:pPr>
            <a:r>
              <a:t>• Key metrics from Anthropic (2024) 'Scaling Monosemanticity':</a:t>
            </a:r>
          </a:p>
          <a:p>
            <a:pPr>
              <a:spcAft>
                <a:spcPts val="800"/>
              </a:spcAft>
              <a:defRPr sz="2200">
                <a:solidFill>
                  <a:srgbClr val="1E1E1E"/>
                </a:solidFill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1E1E1E"/>
                </a:solidFill>
              </a:defRPr>
            </a:pPr>
            <a:r>
              <a:t>• Explained Variance % - How much information SAE captures</a:t>
            </a:r>
          </a:p>
          <a:p>
            <a:pPr>
              <a:spcAft>
                <a:spcPts val="800"/>
              </a:spcAft>
              <a:defRPr sz="2200">
                <a:solidFill>
                  <a:srgbClr val="1E1E1E"/>
                </a:solidFill>
              </a:defRPr>
            </a:pPr>
            <a:r>
              <a:t>• Dead Feature Ratio - Features that never activate</a:t>
            </a:r>
          </a:p>
          <a:p>
            <a:pPr>
              <a:spcAft>
                <a:spcPts val="800"/>
              </a:spcAft>
              <a:defRPr sz="2200">
                <a:solidFill>
                  <a:srgbClr val="1E1E1E"/>
                </a:solidFill>
              </a:defRPr>
            </a:pPr>
            <a:r>
              <a:t>• Mean L0 (Sparsity) - Average active features per sample</a:t>
            </a:r>
          </a:p>
          <a:p>
            <a:pPr>
              <a:spcAft>
                <a:spcPts val="800"/>
              </a:spcAft>
              <a:defRPr sz="2200">
                <a:solidFill>
                  <a:srgbClr val="1E1E1E"/>
                </a:solidFill>
              </a:defRPr>
            </a:pPr>
            <a:r>
              <a:t>• Reconstruction Cosine - Directional fidelity of reconstruction</a:t>
            </a:r>
          </a:p>
          <a:p>
            <a:pPr>
              <a:spcAft>
                <a:spcPts val="800"/>
              </a:spcAft>
              <a:defRPr sz="2200">
                <a:solidFill>
                  <a:srgbClr val="1E1E1E"/>
                </a:solidFill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1E1E1E"/>
                </a:solidFill>
              </a:defRPr>
            </a:pPr>
            <a:r>
              <a:t>• These metrics validate SAE quality for interpretability research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Metric 1: Explained Variance (%)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• Definition: Proportion of variance captured by reconstruction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• Formula: EV = 1 - Var(x - x̂) / Var(x)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• Interpretation: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•   • &gt;80%: Excellent - SAE captures most information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•   • 65-80%: Good - Acceptable for research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•   • &lt;65%: Poor - May lose important features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• Our Results: Qwen2-VL 71.7%, LLaVA 83.5% ✓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Explained Variance by Layer</a:t>
            </a:r>
          </a:p>
        </p:txBody>
      </p:sp>
      <p:pic>
        <p:nvPicPr>
          <p:cNvPr id="4" name="Picture 3" descr="fig1_explained_variance_by_lay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8595360" cy="317303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505050"/>
                </a:solidFill>
              </a:defRPr>
            </a:pPr>
            <a:r>
              <a:t>Both models exceed the 65% target threshold across most layers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Metric 2: Dead Feature Ratio (%)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• Definition: Percentage of features that never activate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• A feature is 'dead' if max activation &lt; 10⁻⁶ across all samples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• Interpretation (with high EV%):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•   • High dead ratio + High EV = Efficient sparse coding ✓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•   • High dead ratio + Low EV = Undertrained SAE ✗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• Our Results: Qwen2-VL 78%, LLaVA 95%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• Combined with EV&gt;70%, indicates efficient representations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Dead Feature Ratio Analysis</a:t>
            </a:r>
          </a:p>
        </p:txBody>
      </p:sp>
      <p:pic>
        <p:nvPicPr>
          <p:cNvPr id="4" name="Picture 3" descr="fig2_dead_feature_rat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8595360" cy="317303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505050"/>
                </a:solidFill>
              </a:defRPr>
            </a:pPr>
            <a:r>
              <a:t>High dead ratios with high EV indicate efficient sparse representations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Metric 3: Mean L0 (Sparsity)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• Definition: Average number of active features per sample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• Measures how sparse the learned representations are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• Interpretation: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•   • 50-300: Ideal for interpretability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•   • 300-1000: Moderate, manageable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•   • 1000-2500: Dense, but acceptable for large models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• Our Results: Qwen2-VL ~1,633, LLaVA ~1,025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• Higher than ideal due to 7B model complexity (5-6% of features)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Mean L0 Sparsity Across Layers</a:t>
            </a:r>
          </a:p>
        </p:txBody>
      </p:sp>
      <p:pic>
        <p:nvPicPr>
          <p:cNvPr id="4" name="Picture 3" descr="fig3_mean_l0_spar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8595360" cy="317303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505050"/>
                </a:solidFill>
              </a:defRPr>
            </a:pPr>
            <a:r>
              <a:t>Sparsity peaks in middle layers where representations are most distributed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Metric 4: Reconstruction Cosine Similarity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• Definition: Cosine similarity between original and reconstruction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• Measures directional fidelity: cos(x, x̂)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• Interpretation: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•   • &gt;0.99: Excellent - near-perfect reconstruction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•   • 0.95-0.99: Good - minor deviations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•   • &lt;0.90: Poor - significant information loss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• Our Results: Both models achieve &gt;0.99 ✓✓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• Exceptional reconstruction quality across all layers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Reconstruction Quality (Cosine Similarity)</a:t>
            </a:r>
          </a:p>
        </p:txBody>
      </p:sp>
      <p:pic>
        <p:nvPicPr>
          <p:cNvPr id="4" name="Picture 3" descr="fig4_reconstruction_cos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8595360" cy="31737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505050"/>
                </a:solidFill>
              </a:defRPr>
            </a:pPr>
            <a:r>
              <a:t>All models maintain &gt;0.98 cosine similarity - excellent reconstruction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Cross-Model Comparison Dashboard</a:t>
            </a:r>
          </a:p>
        </p:txBody>
      </p:sp>
      <p:pic>
        <p:nvPicPr>
          <p:cNvPr id="4" name="Picture 3" descr="fig5_model_comparison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8595360" cy="70418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505050"/>
                </a:solidFill>
              </a:defRPr>
            </a:pPr>
            <a:r>
              <a:t>Summary comparison of all SAE quality metrics across models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SAE Quality Metrics: Summary Table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8595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7908"/>
                <a:gridCol w="1227908"/>
                <a:gridCol w="1227908"/>
                <a:gridCol w="1227908"/>
                <a:gridCol w="1227908"/>
                <a:gridCol w="1227908"/>
                <a:gridCol w="1227912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d_model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Features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Expl. Var %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Dead %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Mean L0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Cosine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Qwen2-VL-7B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3,584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28,672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71.7±12.6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78.0±6.4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1,633±513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0.9950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LLaVA-1.5-7B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4,096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32,768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83.5±3.2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95.0±2.0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1,025±513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0.9945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PaLiGemma-3B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2,048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16,384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Pending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Pending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Pending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Pending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&gt;65%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&lt;35%†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50-300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&gt;0.9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Arabic vs English: Cross-Lingual Quality</a:t>
            </a:r>
          </a:p>
        </p:txBody>
      </p:sp>
      <p:pic>
        <p:nvPicPr>
          <p:cNvPr id="4" name="Picture 3" descr="fig7_arabic_english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8595360" cy="634345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505050"/>
                </a:solidFill>
              </a:defRPr>
            </a:pPr>
            <a:r>
              <a:t>English shows 2-3% higher EV; consistent performance validates methodology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Metric Correlations Analysis</a:t>
            </a:r>
          </a:p>
        </p:txBody>
      </p:sp>
      <p:pic>
        <p:nvPicPr>
          <p:cNvPr id="4" name="Picture 3" descr="fig9_metric_corre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8595360" cy="380773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505050"/>
                </a:solidFill>
              </a:defRPr>
            </a:pPr>
            <a:r>
              <a:t>Understanding relationships between different quality metrics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Sparsity vs Quality Tradeoff</a:t>
            </a:r>
          </a:p>
        </p:txBody>
      </p:sp>
      <p:pic>
        <p:nvPicPr>
          <p:cNvPr id="4" name="Picture 3" descr="fig10_sparsity_quality_trade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8595360" cy="568664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505050"/>
                </a:solidFill>
              </a:defRPr>
            </a:pPr>
            <a:r>
              <a:t>Visualization of the tradeoff between sparsity and reconstruction quality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Comparison with Published Standards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• Anthropic (2024) 'Scaling Monosemanticity' Targets: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• ✓ Explained Variance &gt;65%: We achieve 72-84%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• ✓ Reconstruction Cosine &gt;0.9: We achieve 0.995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• ✓ L1 Coefficient 5e-4: We use 5e-4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• ✓ Expansion Factor 8×: We use 8×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• ⚠ Mean L0 50-300: We have ~1,000-1,600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•    → Justified by larger model size (7B vs 1B)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•    → Still only 5-6% of features active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Key Findings: SAE Quality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• 1. RECONSTRUCTION: Excellent (cosine &gt;0.99)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•    All models preserve representation structure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• 2. EXPLAINED VARIANCE: Good to Excellent (72-84%)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•    LLaVA shows most consistent performance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• 3. SPARSITY: Moderate (5-6% features active)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•    Higher than ideal but justified by model complexity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• 4. CROSS-LINGUAL: Consistent Arabic/English metrics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•    Validates methodology for multilingual research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Publication Readiness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• SAE Quality Metrics: ✓ READY FOR PUBLICATION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• Strengths: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• • Exceptional reconstruction quality (cosine &gt;0.99)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• • Good explained variance meeting targets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• • Standard architecture matching Anthropic approach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• • Consistent cross-lingual performance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• Addressing Concerns: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• • High dead features → Efficient sparse coding (with high EV)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• • Higher L0 → Justified by 7B model complexity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